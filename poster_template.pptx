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274320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45" d="100"/>
          <a:sy n="45" d="100"/>
        </p:scale>
        <p:origin x="134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2394374"/>
            <a:ext cx="20574000" cy="5093547"/>
          </a:xfrm>
        </p:spPr>
        <p:txBody>
          <a:bodyPr anchor="b"/>
          <a:lstStyle>
            <a:lvl1pPr algn="ctr"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7684348"/>
            <a:ext cx="20574000" cy="3532292"/>
          </a:xfrm>
        </p:spPr>
        <p:txBody>
          <a:bodyPr/>
          <a:lstStyle>
            <a:lvl1pPr marL="0" indent="0" algn="ctr">
              <a:buNone/>
              <a:defRPr sz="5120"/>
            </a:lvl1pPr>
            <a:lvl2pPr marL="975345" indent="0" algn="ctr">
              <a:buNone/>
              <a:defRPr sz="4267"/>
            </a:lvl2pPr>
            <a:lvl3pPr marL="1950690" indent="0" algn="ctr">
              <a:buNone/>
              <a:defRPr sz="3840"/>
            </a:lvl3pPr>
            <a:lvl4pPr marL="2926034" indent="0" algn="ctr">
              <a:buNone/>
              <a:defRPr sz="3413"/>
            </a:lvl4pPr>
            <a:lvl5pPr marL="3901379" indent="0" algn="ctr">
              <a:buNone/>
              <a:defRPr sz="3413"/>
            </a:lvl5pPr>
            <a:lvl6pPr marL="4876724" indent="0" algn="ctr">
              <a:buNone/>
              <a:defRPr sz="3413"/>
            </a:lvl6pPr>
            <a:lvl7pPr marL="5852069" indent="0" algn="ctr">
              <a:buNone/>
              <a:defRPr sz="3413"/>
            </a:lvl7pPr>
            <a:lvl8pPr marL="6827413" indent="0" algn="ctr">
              <a:buNone/>
              <a:defRPr sz="3413"/>
            </a:lvl8pPr>
            <a:lvl9pPr marL="7802758" indent="0" algn="ctr">
              <a:buNone/>
              <a:defRPr sz="34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22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8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3" y="3647442"/>
            <a:ext cx="23660100" cy="6085839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3" y="9790855"/>
            <a:ext cx="23660100" cy="3200399"/>
          </a:xfrm>
        </p:spPr>
        <p:txBody>
          <a:bodyPr/>
          <a:lstStyle>
            <a:lvl1pPr marL="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1pPr>
            <a:lvl2pPr marL="975345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2pPr>
            <a:lvl3pPr marL="195069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3pPr>
            <a:lvl4pPr marL="2926034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4pPr>
            <a:lvl5pPr marL="3901379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5pPr>
            <a:lvl6pPr marL="4876724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6pPr>
            <a:lvl7pPr marL="5852069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7pPr>
            <a:lvl8pPr marL="6827413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8pPr>
            <a:lvl9pPr marL="7802758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3894667"/>
            <a:ext cx="1165860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3894667"/>
            <a:ext cx="1165860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5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778934"/>
            <a:ext cx="23660100" cy="28278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4" y="3586481"/>
            <a:ext cx="11605021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4" y="5344160"/>
            <a:ext cx="11605021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0" y="3586481"/>
            <a:ext cx="11662173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0" y="5344160"/>
            <a:ext cx="11662173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0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2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3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4" y="975360"/>
            <a:ext cx="8847533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2106508"/>
            <a:ext cx="13887450" cy="10397067"/>
          </a:xfrm>
        </p:spPr>
        <p:txBody>
          <a:bodyPr/>
          <a:lstStyle>
            <a:lvl1pPr>
              <a:defRPr sz="6827"/>
            </a:lvl1pPr>
            <a:lvl2pPr>
              <a:defRPr sz="5973"/>
            </a:lvl2pPr>
            <a:lvl3pPr>
              <a:defRPr sz="5120"/>
            </a:lvl3pPr>
            <a:lvl4pPr>
              <a:defRPr sz="4267"/>
            </a:lvl4pPr>
            <a:lvl5pPr>
              <a:defRPr sz="4267"/>
            </a:lvl5pPr>
            <a:lvl6pPr>
              <a:defRPr sz="4267"/>
            </a:lvl6pPr>
            <a:lvl7pPr>
              <a:defRPr sz="4267"/>
            </a:lvl7pPr>
            <a:lvl8pPr>
              <a:defRPr sz="4267"/>
            </a:lvl8pPr>
            <a:lvl9pPr>
              <a:defRPr sz="4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4" y="4389120"/>
            <a:ext cx="8847533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0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4" y="975360"/>
            <a:ext cx="8847533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2106508"/>
            <a:ext cx="13887450" cy="10397067"/>
          </a:xfrm>
        </p:spPr>
        <p:txBody>
          <a:bodyPr anchor="t"/>
          <a:lstStyle>
            <a:lvl1pPr marL="0" indent="0">
              <a:buNone/>
              <a:defRPr sz="6827"/>
            </a:lvl1pPr>
            <a:lvl2pPr marL="975345" indent="0">
              <a:buNone/>
              <a:defRPr sz="5973"/>
            </a:lvl2pPr>
            <a:lvl3pPr marL="1950690" indent="0">
              <a:buNone/>
              <a:defRPr sz="5120"/>
            </a:lvl3pPr>
            <a:lvl4pPr marL="2926034" indent="0">
              <a:buNone/>
              <a:defRPr sz="4267"/>
            </a:lvl4pPr>
            <a:lvl5pPr marL="3901379" indent="0">
              <a:buNone/>
              <a:defRPr sz="4267"/>
            </a:lvl5pPr>
            <a:lvl6pPr marL="4876724" indent="0">
              <a:buNone/>
              <a:defRPr sz="4267"/>
            </a:lvl6pPr>
            <a:lvl7pPr marL="5852069" indent="0">
              <a:buNone/>
              <a:defRPr sz="4267"/>
            </a:lvl7pPr>
            <a:lvl8pPr marL="6827413" indent="0">
              <a:buNone/>
              <a:defRPr sz="4267"/>
            </a:lvl8pPr>
            <a:lvl9pPr marL="7802758" indent="0">
              <a:buNone/>
              <a:defRPr sz="4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4" y="4389120"/>
            <a:ext cx="8847533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9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70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5" y="778933"/>
            <a:ext cx="5915025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0" y="778933"/>
            <a:ext cx="1740217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6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778934"/>
            <a:ext cx="2366010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3894667"/>
            <a:ext cx="23660100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13560215"/>
            <a:ext cx="617220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1387F1-434E-4B9C-92F7-1D0D51FB6CC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13560215"/>
            <a:ext cx="925830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13560215"/>
            <a:ext cx="617220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D188E-6DDE-4D1B-BAC6-3137CD26F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5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950690" rtl="0" eaLnBrk="1" latinLnBrk="0" hangingPunct="1">
        <a:lnSpc>
          <a:spcPct val="90000"/>
        </a:lnSpc>
        <a:spcBef>
          <a:spcPct val="0"/>
        </a:spcBef>
        <a:buNone/>
        <a:defRPr sz="93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95069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301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2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41370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905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439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74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508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90430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69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603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37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72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206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7413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758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1FAF506-2A27-4114-CF2B-9004E42F968B}"/>
              </a:ext>
            </a:extLst>
          </p:cNvPr>
          <p:cNvSpPr txBox="1"/>
          <p:nvPr/>
        </p:nvSpPr>
        <p:spPr>
          <a:xfrm>
            <a:off x="0" y="85344"/>
            <a:ext cx="2743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Title</a:t>
            </a:r>
          </a:p>
          <a:p>
            <a:pPr algn="ctr"/>
            <a:r>
              <a:rPr lang="en-US" sz="7200" b="1" dirty="0"/>
              <a:t>Name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6369BA-CED0-6B11-8FBA-10B613E8223B}"/>
              </a:ext>
            </a:extLst>
          </p:cNvPr>
          <p:cNvSpPr txBox="1"/>
          <p:nvPr/>
        </p:nvSpPr>
        <p:spPr>
          <a:xfrm>
            <a:off x="34995" y="2200115"/>
            <a:ext cx="7964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Introduction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4C196B-2ECB-3289-EBDC-7F021B41F644}"/>
              </a:ext>
            </a:extLst>
          </p:cNvPr>
          <p:cNvSpPr txBox="1"/>
          <p:nvPr/>
        </p:nvSpPr>
        <p:spPr>
          <a:xfrm>
            <a:off x="0" y="5629040"/>
            <a:ext cx="7957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Method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807217-9095-3546-4D37-ABD4CAC971AC}"/>
              </a:ext>
            </a:extLst>
          </p:cNvPr>
          <p:cNvSpPr txBox="1"/>
          <p:nvPr/>
        </p:nvSpPr>
        <p:spPr>
          <a:xfrm>
            <a:off x="8961119" y="2237232"/>
            <a:ext cx="18419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Results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4999B4-0BE5-FEE4-A425-7260FB981565}"/>
              </a:ext>
            </a:extLst>
          </p:cNvPr>
          <p:cNvSpPr txBox="1"/>
          <p:nvPr/>
        </p:nvSpPr>
        <p:spPr>
          <a:xfrm>
            <a:off x="-1" y="8170188"/>
            <a:ext cx="7999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Discussion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34912D-8F11-6B4B-DE99-5FDEF38488F1}"/>
              </a:ext>
            </a:extLst>
          </p:cNvPr>
          <p:cNvSpPr txBox="1"/>
          <p:nvPr/>
        </p:nvSpPr>
        <p:spPr>
          <a:xfrm>
            <a:off x="186659" y="3063508"/>
            <a:ext cx="79874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Any needed background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State your question(s)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State your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Use bullet points; avoid long blocks of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9BE7081-0D3D-0795-97DA-5A054E07C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338" y="3360241"/>
            <a:ext cx="10198379" cy="692271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C97E7D6-D74C-3B77-26DA-09D279243CF4}"/>
              </a:ext>
            </a:extLst>
          </p:cNvPr>
          <p:cNvSpPr txBox="1"/>
          <p:nvPr/>
        </p:nvSpPr>
        <p:spPr>
          <a:xfrm>
            <a:off x="8820912" y="10482637"/>
            <a:ext cx="7930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Conclusion 1</a:t>
            </a:r>
          </a:p>
          <a:p>
            <a:endParaRPr lang="en-US" sz="3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9C5614-840B-3C0F-8FA5-AE84C2C11402}"/>
              </a:ext>
            </a:extLst>
          </p:cNvPr>
          <p:cNvSpPr txBox="1"/>
          <p:nvPr/>
        </p:nvSpPr>
        <p:spPr>
          <a:xfrm>
            <a:off x="18562908" y="10493484"/>
            <a:ext cx="86864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Conclusion 2</a:t>
            </a:r>
          </a:p>
          <a:p>
            <a:endParaRPr lang="en-US" sz="3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FE1EBE1-8BA4-6FEC-0039-7EE241911154}"/>
              </a:ext>
            </a:extLst>
          </p:cNvPr>
          <p:cNvGrpSpPr/>
          <p:nvPr/>
        </p:nvGrpSpPr>
        <p:grpSpPr>
          <a:xfrm>
            <a:off x="18333605" y="3360241"/>
            <a:ext cx="9047282" cy="6800446"/>
            <a:chOff x="18384718" y="3379874"/>
            <a:chExt cx="9047282" cy="6800446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B56C7C0-906A-A126-19E6-72F566FC8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84718" y="4109376"/>
              <a:ext cx="9047282" cy="607094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F4C9F19-EBA4-DAA3-DA06-F8E1AA324225}"/>
                </a:ext>
              </a:extLst>
            </p:cNvPr>
            <p:cNvSpPr txBox="1"/>
            <p:nvPr/>
          </p:nvSpPr>
          <p:spPr>
            <a:xfrm>
              <a:off x="18614021" y="3379874"/>
              <a:ext cx="66934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Stress and Happiness</a:t>
              </a:r>
            </a:p>
            <a:p>
              <a:r>
                <a:rPr lang="en-US" sz="2800" dirty="0"/>
                <a:t>(broken down by ethnic identity)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51081F6-F2AA-480A-01CD-83E42D6A6CCD}"/>
              </a:ext>
            </a:extLst>
          </p:cNvPr>
          <p:cNvSpPr txBox="1"/>
          <p:nvPr/>
        </p:nvSpPr>
        <p:spPr>
          <a:xfrm>
            <a:off x="231648" y="6473615"/>
            <a:ext cx="77253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Data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Tools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197E0E-B7AD-404D-A493-06E23D26BCD6}"/>
              </a:ext>
            </a:extLst>
          </p:cNvPr>
          <p:cNvSpPr txBox="1"/>
          <p:nvPr/>
        </p:nvSpPr>
        <p:spPr>
          <a:xfrm>
            <a:off x="182672" y="9128087"/>
            <a:ext cx="78168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Data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Tools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9573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52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Calin-Jageman, Robert</dc:creator>
  <cp:lastModifiedBy>Calin-Jageman, Robert</cp:lastModifiedBy>
  <cp:revision>1</cp:revision>
  <dcterms:created xsi:type="dcterms:W3CDTF">2025-08-08T00:19:34Z</dcterms:created>
  <dcterms:modified xsi:type="dcterms:W3CDTF">2025-08-08T00:31:12Z</dcterms:modified>
</cp:coreProperties>
</file>